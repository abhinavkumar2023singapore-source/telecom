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Telecom 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Manthan AI 2025 – Hackathon Project</a:t>
            </a:r>
          </a:p>
          <a:p>
            <a:r>
              <a:rPr dirty="0"/>
              <a:t>Team: </a:t>
            </a:r>
            <a:r>
              <a:rPr lang="en-US" dirty="0"/>
              <a:t>Dream Light Coder</a:t>
            </a:r>
            <a:endParaRPr dirty="0"/>
          </a:p>
          <a:p>
            <a:r>
              <a:rPr dirty="0"/>
              <a:t>Presenter: Abhinav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Predict whether a telecom customer will churn (leave service).</a:t>
            </a:r>
          </a:p>
          <a:p>
            <a:pPr lvl="1">
              <a:defRPr sz="1400"/>
            </a:pPr>
            <a:r>
              <a:t>Goal: Reduce customer attrition and enable targeted retention actions.</a:t>
            </a:r>
          </a:p>
          <a:p>
            <a:pPr lvl="1">
              <a:defRPr sz="1400"/>
            </a:pPr>
            <a:r>
              <a:t>Impact: Improve revenue, reduce acquisition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Source: telecom_churn_train.csv (Kaggle / provided dataset).</a:t>
            </a:r>
          </a:p>
          <a:p>
            <a:pPr lvl="1">
              <a:defRPr sz="1400"/>
            </a:pPr>
            <a:r>
              <a:t>Records: ~ (use exact counts when presenting) – includes demographics, usage, billing.</a:t>
            </a:r>
          </a:p>
          <a:p>
            <a:pPr lvl="1">
              <a:defRPr sz="1400"/>
            </a:pPr>
            <a:r>
              <a:t>Key columns: age, income, tenure_months, contract_type, payment_method, monthly_charges, data_usage_gb, churned.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(Key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Churn distribution: imbalanced — majority non-churn, churn minority.</a:t>
            </a:r>
          </a:p>
          <a:p>
            <a:pPr lvl="1">
              <a:defRPr sz="1400"/>
            </a:pPr>
            <a:r>
              <a:t>Higher churn correlated with Month-to-month contracts and higher support calls.</a:t>
            </a:r>
          </a:p>
          <a:p>
            <a:pPr lvl="1">
              <a:defRPr sz="1400"/>
            </a:pPr>
            <a:r>
              <a:t>Customers with low tenure and high competitor_price_diff more likely to churn.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Selected features: demographic, billing, service usage, support interactions.</a:t>
            </a:r>
          </a:p>
          <a:p>
            <a:pPr lvl="1">
              <a:defRPr sz="1400"/>
            </a:pPr>
            <a:r>
              <a:t>Missing values: filled numeric with column means.</a:t>
            </a:r>
          </a:p>
          <a:p>
            <a:pPr lvl="1">
              <a:defRPr sz="1400"/>
            </a:pPr>
            <a:r>
              <a:t>Categorical encoding: LabelEncode contract_type &amp; payment_method.</a:t>
            </a:r>
          </a:p>
          <a:p>
            <a:pPr lvl="1">
              <a:defRPr sz="1400"/>
            </a:pPr>
            <a:r>
              <a:t>Scaling: StandardScaler for numeric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Baseline model: RandomForestClassifier (n_estimators=300, random_state=42).</a:t>
            </a:r>
          </a:p>
          <a:p>
            <a:pPr lvl="1">
              <a:defRPr sz="1400"/>
            </a:pPr>
            <a:r>
              <a:t>Train/test split: 80/20.</a:t>
            </a:r>
          </a:p>
          <a:p>
            <a:pPr lvl="1">
              <a:defRPr sz="1400"/>
            </a:pPr>
            <a:r>
              <a:t>Handled imbalance: (recommend) class weights or resampling for next iterations.</a:t>
            </a:r>
          </a:p>
          <a:p>
            <a:pPr lvl="1">
              <a:defRPr sz="1400"/>
            </a:pPr>
            <a:r>
              <a:t>Evaluation: accuracy, precision, recall, F1-score.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Accuracy: (insert value from notebook).</a:t>
            </a:r>
          </a:p>
          <a:p>
            <a:pPr lvl="1">
              <a:defRPr sz="1400"/>
            </a:pPr>
            <a:r>
              <a:t>Precision / Recall / F1: (insert values).</a:t>
            </a:r>
          </a:p>
          <a:p>
            <a:pPr lvl="1">
              <a:defRPr sz="1400"/>
            </a:pPr>
            <a:r>
              <a:t>Confusion matrix: highlights false positives and false negatives to address.</a:t>
            </a:r>
          </a:p>
          <a:p>
            <a:pPr lvl="1">
              <a:defRPr sz="1400"/>
            </a:pPr>
            <a:r>
              <a:t>ROC-AUC: (insert value if computed).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Demo (Streamlit)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Streamlit app allows manual input of customer features for prediction.</a:t>
            </a:r>
          </a:p>
          <a:p>
            <a:pPr lvl="1">
              <a:defRPr sz="1400"/>
            </a:pPr>
            <a:r>
              <a:t>Outputs binary churn prediction (0 = No, 1 = Yes).</a:t>
            </a:r>
          </a:p>
          <a:p>
            <a:pPr lvl="1">
              <a:defRPr sz="1400"/>
            </a:pPr>
            <a:r>
              <a:t>Model served as telecom_churn_model.pkl; app supports local or cloud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Add SHAP or LIME to explain individual predictions and feature importance.</a:t>
            </a:r>
          </a:p>
          <a:p>
            <a:pPr lvl="1">
              <a:defRPr sz="1400"/>
            </a:pPr>
            <a:r>
              <a:t>Improve handling of imbalance with SMOTE / class weights / focal loss.</a:t>
            </a:r>
          </a:p>
          <a:p>
            <a:pPr lvl="1">
              <a:defRPr sz="1400"/>
            </a:pPr>
            <a:r>
              <a:t>Try advanced models: XGBoost, LightGBM, or neural nets for time-series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Deploy options: Streamlit Cloud, Render, Hugging Face Spaces, AWS/GCP.</a:t>
            </a:r>
          </a:p>
          <a:p>
            <a:pPr lvl="1">
              <a:defRPr sz="1400"/>
            </a:pPr>
            <a:r>
              <a:t>Monitoring: model drift detection, retraining schedule, logging predictions.</a:t>
            </a:r>
          </a:p>
          <a:p>
            <a:pPr lvl="1">
              <a:defRPr sz="1400"/>
            </a:pPr>
            <a:r>
              <a:t>Scalability: containerize model (Docker), expose as REST API, horizontal scaling.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Early churn detection enables targeted offers and retention campaigns.</a:t>
            </a:r>
          </a:p>
          <a:p>
            <a:pPr lvl="1">
              <a:defRPr sz="1400"/>
            </a:pPr>
            <a:r>
              <a:t>Expected benefits: reduced churn rate, increased CLTV (Customer Lifetime Value).</a:t>
            </a:r>
          </a:p>
          <a:p>
            <a:pPr lvl="1">
              <a:defRPr sz="1400"/>
            </a:pPr>
            <a:r>
              <a:t>Next steps: A/B test retention strategies, integrate with CRM for action automation.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Team Hacknfinity</a:t>
            </a:r>
          </a:p>
          <a:p>
            <a:pPr lvl="1">
              <a:defRPr sz="1400"/>
            </a:pPr>
            <a:r>
              <a:t>Leader: Abhinav Kumar</a:t>
            </a:r>
          </a:p>
          <a:p>
            <a:pPr lvl="1">
              <a:defRPr sz="1400"/>
            </a:pPr>
            <a:r>
              <a:t>Email: (add your contact)</a:t>
            </a:r>
          </a:p>
          <a:p>
            <a:pPr lvl="1">
              <a:defRPr sz="14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499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Telecom Customer Churn Prediction</vt:lpstr>
      <vt:lpstr>Problem Statement</vt:lpstr>
      <vt:lpstr>Dataset Overview</vt:lpstr>
      <vt:lpstr>Exploratory Data Analysis (Key Insights)</vt:lpstr>
      <vt:lpstr>Features &amp; Preprocessing</vt:lpstr>
      <vt:lpstr>Modeling Approach</vt:lpstr>
      <vt:lpstr>Results &amp; Metrics</vt:lpstr>
      <vt:lpstr>Application Demo (Streamlit)</vt:lpstr>
      <vt:lpstr>Explainability &amp; Next Steps</vt:lpstr>
      <vt:lpstr>Deployment &amp; Scalability</vt:lpstr>
      <vt:lpstr>Business Value &amp; Conclusion</vt:lpstr>
      <vt:lpstr>Contact &amp;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Abhinav Kumar</cp:lastModifiedBy>
  <cp:revision>2</cp:revision>
  <dcterms:created xsi:type="dcterms:W3CDTF">2013-01-27T09:14:16Z</dcterms:created>
  <dcterms:modified xsi:type="dcterms:W3CDTF">2025-11-28T04:54:58Z</dcterms:modified>
  <cp:category/>
</cp:coreProperties>
</file>